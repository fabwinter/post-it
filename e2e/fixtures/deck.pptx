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consistency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people quit in week 6. The ones who don't, compound.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20-week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Growth looks flat until it doesn't.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